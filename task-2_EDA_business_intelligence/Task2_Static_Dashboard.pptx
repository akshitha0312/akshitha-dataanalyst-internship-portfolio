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D3B09-BD34-4F7C-ACEF-0696AF23F1F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2A7E6-C74F-4B52-B043-71417543B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6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A7E6-C74F-4B52-B043-71417543BC0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92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2B9C-1509-4A06-28D4-62DF9A12B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01C9A-0066-74C5-7E63-A4A0B73A7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BC62-B26E-533C-2BE8-24A8FCA9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7BA0F-3DB9-4E0F-7576-8D49314C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8B34-D8CB-1E1C-67BC-230E5622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36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6652F-0B23-A147-1209-F2509170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8C6D4-2778-DA22-D0EB-BDDB84B5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AA683-C31F-D138-F357-B9A5F9C8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35DC2-BA54-A2B8-D16C-9B08D5BD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BDD63-5433-4B8E-6E9B-4D4FA6AD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9443-1752-C642-87CF-08C8D43D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D4A34-7C25-AFD1-97DF-7683AE146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25872-EB20-A2B8-D0D5-2E75C440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B79B-F991-F58C-C805-580BCEE4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8822-71E4-DF0A-A34D-961679B0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71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918A-1F2C-23AB-B83A-2632B4CF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A7E97-2AB1-50C6-5029-E3E572227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9847A-8484-B98B-2384-28A3B79C7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8699A-C4AF-F00B-3C91-BED6A237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628C3-B246-4B17-A3F8-880467D1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8BDF9-8151-5FE0-FABF-3D06AC45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7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95C9B-0195-A68A-4CF7-DD4B73E50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3C2D3-D924-16D6-907B-5140DFB69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9D1D6-DE10-6D80-01D0-BED0BD92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05C23-D366-E106-2081-4C5935E40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0E1A2-D270-A064-9A09-E15D358E3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6070E4-BE6D-0747-33AE-EA1877B3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E5891-72F2-1256-9F5A-0B462835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49E11-0E8B-696D-AD78-C20F3E5A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753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3D77-ABDC-4F11-12F1-86827EBF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91F31-56CD-814A-D803-B6DE046E9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FB277-D92D-5202-50B8-B37BCFFA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0AE79-72D0-1459-1C32-7DD1511D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43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FAAA0-7E37-F03B-A18C-FC50CB13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231A8-A187-282A-4644-0FB8D6F3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2896C-2B89-093E-1964-FB709CF5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2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B6A6-D33B-B262-BC65-F26AE3FB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436A-1ECB-3E3A-18FA-0BEDDC332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5389F-DE3A-E81E-04B9-2081D1667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1118F-D1FA-28B5-4BAF-C17D3F8E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45FA9-2B07-8C7E-7997-0CE4E1FA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1EAFA-5CAE-5222-F547-B2B582F2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452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2184-8722-5854-CCB4-D8FCE6D2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87259-70D8-4554-C661-57CCE05FA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595D1-0A30-EF36-C931-AA21FF5F8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7508F-8697-2DB9-23C0-AD06BC94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921A1-71CA-DF6C-5FAA-C69F0EF7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B1346-6ED7-C47B-188F-D242361D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13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E66D-6012-1647-0BE4-00A2A1DA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5206A-AF1B-A7E5-3B59-CE04C8653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3CABF-748E-12F4-FEFC-90D0E71E5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A21A9-D844-D95C-30D5-5D7B03AC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7E5BD-D808-3E87-4496-496236A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13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1E816-6BEE-F1B7-39E0-0EAAA82BC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EBE1D-1442-C532-C8F4-F855A1B78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69C6A-7DD2-E1CF-20DE-50DEDAC3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6AFE8-55CE-3AAB-32E2-1D986103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39ED4-5B43-8D60-3552-2E22A3FF5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4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7E08B-CB63-0716-31F2-5FC9B6C3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2E9A4-D793-3140-5494-46BF702D7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ADA4D-6AFC-3579-4D49-AFE26D8D2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03DF-799E-F6A7-425C-0EC25A1CD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DD571-8E5B-0CA4-687F-D697C6568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89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A471-28D9-B5B0-BCB9-8536702DD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Sales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2DDEE-5142-F99D-7447-4183E763E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Analytics Internship Task-2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24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46FE-7AE3-C0E1-718A-E665F313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971"/>
            <a:ext cx="10515600" cy="72625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Business Dashboard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199C11-94B3-8230-1349-0E7C605B881C}"/>
              </a:ext>
            </a:extLst>
          </p:cNvPr>
          <p:cNvSpPr/>
          <p:nvPr/>
        </p:nvSpPr>
        <p:spPr>
          <a:xfrm>
            <a:off x="550605" y="1081550"/>
            <a:ext cx="2182761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Revenue</a:t>
            </a:r>
          </a:p>
          <a:p>
            <a:pPr algn="ctr"/>
            <a:r>
              <a:rPr lang="en-IN" dirty="0"/>
              <a:t>139,399,439.65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7C69D7-0B2E-3CA4-1E1E-D2D7BB404C02}"/>
              </a:ext>
            </a:extLst>
          </p:cNvPr>
          <p:cNvSpPr/>
          <p:nvPr/>
        </p:nvSpPr>
        <p:spPr>
          <a:xfrm>
            <a:off x="2846441" y="1086464"/>
            <a:ext cx="2187678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Orders</a:t>
            </a:r>
          </a:p>
          <a:p>
            <a:pPr algn="ctr"/>
            <a:r>
              <a:rPr lang="en-IN" dirty="0"/>
              <a:t>992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73A9B-5CCB-38BD-919B-DBC48AD32380}"/>
              </a:ext>
            </a:extLst>
          </p:cNvPr>
          <p:cNvSpPr/>
          <p:nvPr/>
        </p:nvSpPr>
        <p:spPr>
          <a:xfrm>
            <a:off x="5127523" y="1076631"/>
            <a:ext cx="2227007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Average Order Value</a:t>
            </a:r>
          </a:p>
          <a:p>
            <a:pPr algn="ctr"/>
            <a:r>
              <a:rPr lang="en-IN" dirty="0"/>
              <a:t>139,399.44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FC5EA-2C3C-8EC2-D5E1-B150E2E35914}"/>
              </a:ext>
            </a:extLst>
          </p:cNvPr>
          <p:cNvSpPr/>
          <p:nvPr/>
        </p:nvSpPr>
        <p:spPr>
          <a:xfrm>
            <a:off x="9817511" y="1066800"/>
            <a:ext cx="2148348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Top City</a:t>
            </a:r>
          </a:p>
          <a:p>
            <a:pPr algn="ctr"/>
            <a:r>
              <a:rPr lang="en-IN" dirty="0"/>
              <a:t>Patna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D133C-5344-41D9-E3E2-B9516D8D6354}"/>
              </a:ext>
            </a:extLst>
          </p:cNvPr>
          <p:cNvSpPr/>
          <p:nvPr/>
        </p:nvSpPr>
        <p:spPr>
          <a:xfrm>
            <a:off x="7472516" y="1071714"/>
            <a:ext cx="2241755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Top Category</a:t>
            </a:r>
          </a:p>
          <a:p>
            <a:pPr algn="ctr"/>
            <a:r>
              <a:rPr lang="en-IN" dirty="0"/>
              <a:t>Electronics</a:t>
            </a:r>
          </a:p>
          <a:p>
            <a:pPr algn="ctr"/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6E6D10-6C21-CCBE-7650-2140A68F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04" y="2113935"/>
            <a:ext cx="5554096" cy="35717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9C3E4D-B037-DD2C-FD92-4EEFBED11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638" y="2108660"/>
            <a:ext cx="5218341" cy="35940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321AB6C-BE10-6D5E-2C8E-416857F9ECF7}"/>
              </a:ext>
            </a:extLst>
          </p:cNvPr>
          <p:cNvSpPr txBox="1"/>
          <p:nvPr/>
        </p:nvSpPr>
        <p:spPr>
          <a:xfrm>
            <a:off x="619431" y="5693329"/>
            <a:ext cx="79641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Revenue: </a:t>
            </a:r>
            <a:r>
              <a:rPr lang="en-IN" b="1" dirty="0"/>
              <a:t>139.39 Million</a:t>
            </a:r>
            <a:r>
              <a:rPr lang="en-IN" dirty="0"/>
              <a:t>    Total Orders: </a:t>
            </a:r>
            <a:r>
              <a:rPr lang="en-IN" b="1" dirty="0"/>
              <a:t>992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Electronics is the highest-selling category.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Patna generated the highest revenue.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Fashion has the lowest sales among all categories.</a:t>
            </a:r>
          </a:p>
        </p:txBody>
      </p:sp>
    </p:spTree>
    <p:extLst>
      <p:ext uri="{BB962C8B-B14F-4D97-AF65-F5344CB8AC3E}">
        <p14:creationId xmlns:p14="http://schemas.microsoft.com/office/powerpoint/2010/main" val="2582397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</Words>
  <Application>Microsoft Office PowerPoint</Application>
  <PresentationFormat>Widescreen</PresentationFormat>
  <Paragraphs>18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Sales Analysis Dashboard</vt:lpstr>
      <vt:lpstr>Static Business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GUTHA PRASHANTH</dc:creator>
  <cp:lastModifiedBy>GUTHA PRASHANTH</cp:lastModifiedBy>
  <cp:revision>2</cp:revision>
  <dcterms:created xsi:type="dcterms:W3CDTF">2026-07-01T07:01:48Z</dcterms:created>
  <dcterms:modified xsi:type="dcterms:W3CDTF">2026-07-01T07:50:58Z</dcterms:modified>
</cp:coreProperties>
</file>