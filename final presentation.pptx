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490F8-CB9B-B2C4-2F3D-FC3A87E713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Analytics Internship Portfolio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D5923-71FA-5A99-9EA5-2B0523DE932B}"/>
              </a:ext>
            </a:extLst>
          </p:cNvPr>
          <p:cNvSpPr txBox="1"/>
          <p:nvPr/>
        </p:nvSpPr>
        <p:spPr>
          <a:xfrm>
            <a:off x="6684579" y="4650828"/>
            <a:ext cx="48242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ptos Display" panose="020B0004020202020204" pitchFamily="34" charset="0"/>
              </a:rPr>
              <a:t>Name:</a:t>
            </a:r>
            <a:r>
              <a:rPr lang="en-IN" sz="2000" dirty="0">
                <a:latin typeface="Aptos Display" panose="020B0004020202020204" pitchFamily="34" charset="0"/>
              </a:rPr>
              <a:t> G. Akshitha</a:t>
            </a:r>
          </a:p>
          <a:p>
            <a:r>
              <a:rPr lang="en-IN" sz="2000" b="1" dirty="0">
                <a:latin typeface="Aptos Display" panose="020B0004020202020204" pitchFamily="34" charset="0"/>
              </a:rPr>
              <a:t>Organization:</a:t>
            </a:r>
            <a:r>
              <a:rPr lang="en-IN" sz="2000" dirty="0">
                <a:latin typeface="Aptos Display" panose="020B0004020202020204" pitchFamily="34" charset="0"/>
              </a:rPr>
              <a:t> ApexPlanet Software Pvt. Ltd. </a:t>
            </a:r>
            <a:r>
              <a:rPr lang="en-IN" sz="2000" b="1" dirty="0">
                <a:latin typeface="Aptos Display" panose="020B0004020202020204" pitchFamily="34" charset="0"/>
              </a:rPr>
              <a:t>Role:</a:t>
            </a:r>
            <a:r>
              <a:rPr lang="en-IN" sz="2000" dirty="0">
                <a:latin typeface="Aptos Display" panose="020B0004020202020204" pitchFamily="34" charset="0"/>
              </a:rPr>
              <a:t> Data Analytics Intern</a:t>
            </a:r>
          </a:p>
          <a:p>
            <a:r>
              <a:rPr lang="en-IN" sz="2000" b="1" dirty="0">
                <a:latin typeface="Aptos Display" panose="020B0004020202020204" pitchFamily="34" charset="0"/>
              </a:rPr>
              <a:t>Year:</a:t>
            </a:r>
            <a:r>
              <a:rPr lang="en-IN" sz="2000" dirty="0">
                <a:latin typeface="Aptos Display" panose="020B0004020202020204" pitchFamily="34" charset="0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568749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8A568-AF73-D59C-5B56-9BC93472D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184" y="365602"/>
            <a:ext cx="7729728" cy="1188720"/>
          </a:xfrm>
        </p:spPr>
        <p:txBody>
          <a:bodyPr/>
          <a:lstStyle/>
          <a:p>
            <a:r>
              <a:rPr lang="en-IN" dirty="0"/>
              <a:t>Internship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4A56C-360E-73DE-A8F9-46133440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241" y="1734207"/>
            <a:ext cx="10247587" cy="5123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experience in data cleaning, analysis, visualization, dashboard creation, and statistical validation using real-world datasets.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D62C1-4B43-DA66-6B7F-9DB3C5DD15AF}"/>
              </a:ext>
            </a:extLst>
          </p:cNvPr>
          <p:cNvSpPr txBox="1"/>
          <p:nvPr/>
        </p:nvSpPr>
        <p:spPr>
          <a:xfrm>
            <a:off x="5277718" y="3459598"/>
            <a:ext cx="34526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95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835C-72A2-39A5-FBBF-6B4E378A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091" y="379673"/>
            <a:ext cx="8915425" cy="1188720"/>
          </a:xfrm>
        </p:spPr>
        <p:txBody>
          <a:bodyPr/>
          <a:lstStyle/>
          <a:p>
            <a:r>
              <a:rPr lang="en-IN" dirty="0"/>
              <a:t>Task 1 — Data Immersion &amp;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6AD7B-59F5-AC28-D4E0-50F878AA9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786" y="1860331"/>
            <a:ext cx="8510436" cy="4997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performed: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the dataset into Jupyter Notebook.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data types and dataset structure.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date formats.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cleaned dataset for analysis.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Dataset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Dictionary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86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40725-B51C-8B9B-D658-712F2803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074" y="428664"/>
            <a:ext cx="7729728" cy="1188720"/>
          </a:xfrm>
        </p:spPr>
        <p:txBody>
          <a:bodyPr/>
          <a:lstStyle/>
          <a:p>
            <a:r>
              <a:rPr lang="en-IN" dirty="0"/>
              <a:t>Task 2: Exploratory Data Analysis &amp; Business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35249-1BAD-350C-600F-9BC26EAE0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662" y="1749972"/>
            <a:ext cx="8526202" cy="49503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performed: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total revenue.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average order value.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top-selling categories.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top-performing cities.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139,399,439.65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139,399.44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Category: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City: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Patna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607573-7266-5773-537E-BCF80FD9D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904" y="1750142"/>
            <a:ext cx="4675915" cy="23597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E8BC07-26D7-7CE1-094E-1081ACEAE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167" y="4188542"/>
            <a:ext cx="4748981" cy="266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31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A5E9-DBDF-1258-3283-6402DB87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240" y="263041"/>
            <a:ext cx="7729728" cy="1188720"/>
          </a:xfrm>
        </p:spPr>
        <p:txBody>
          <a:bodyPr/>
          <a:lstStyle/>
          <a:p>
            <a:r>
              <a:rPr lang="en-IN" dirty="0"/>
              <a:t>Task 3: Deep-Dive Analysis &amp; Interactive Dashboarding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ECD14-D2A3-03C7-BAD4-0D6739C56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117" y="1671146"/>
            <a:ext cx="8825747" cy="48084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Category-wise Sales Analysis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Products Analysis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Insights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DAC3E5-2C52-605F-9E42-19A9270E8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937" y="1779639"/>
            <a:ext cx="6882580" cy="496037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32776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C17C-9626-E6D3-CDC3-E69508F3A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715" y="397134"/>
            <a:ext cx="7729728" cy="1188720"/>
          </a:xfrm>
        </p:spPr>
        <p:txBody>
          <a:bodyPr/>
          <a:lstStyle/>
          <a:p>
            <a:r>
              <a:rPr lang="en-IN" dirty="0"/>
              <a:t>Task 4 — Data Storytelling &amp; Statistical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5D3B8-F71F-DC5B-FA79-9346583B0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0069" y="1860331"/>
            <a:ext cx="8620795" cy="47454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 (H₀):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significant difference in average sales among categories.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Hypothesis (H₁):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significant difference in average sales among categories.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Statistic: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0.7171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Value: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0.5803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&gt; 0.05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fail to reject the null hypothesis.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A59C47-FEEF-CE6F-D007-74DCCE70A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394" y="4048087"/>
            <a:ext cx="5122606" cy="250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3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4BBBE-B61A-FD2F-EB77-96C8EB332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777" y="444430"/>
            <a:ext cx="7729728" cy="1188720"/>
          </a:xfrm>
        </p:spPr>
        <p:txBody>
          <a:bodyPr/>
          <a:lstStyle/>
          <a:p>
            <a:r>
              <a:rPr lang="en-IN" dirty="0"/>
              <a:t>Technical Skills Acquired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5646EB-8962-CA3B-9F8F-E7E30F20C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5333" y="1860331"/>
            <a:ext cx="4271771" cy="49976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C17E37-7205-4B36-6EEA-D57A93E91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8315" y="1844565"/>
            <a:ext cx="4270247" cy="4855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344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429D4-D587-F6E8-D295-732938F5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80B5F-12AC-DBAD-25DE-6648C9E11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 internship provided practical experience in data analytics, business intelligence, and data storytelling. Through these tasks, I improved my analytical, technical, and problem-solving skills and gained hands-on experience with industry tools.</a:t>
            </a:r>
          </a:p>
        </p:txBody>
      </p:sp>
    </p:spTree>
    <p:extLst>
      <p:ext uri="{BB962C8B-B14F-4D97-AF65-F5344CB8AC3E}">
        <p14:creationId xmlns:p14="http://schemas.microsoft.com/office/powerpoint/2010/main" val="832384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F2CD6B-2FA0-7DED-FCA5-697888778A2B}"/>
              </a:ext>
            </a:extLst>
          </p:cNvPr>
          <p:cNvSpPr/>
          <p:nvPr/>
        </p:nvSpPr>
        <p:spPr>
          <a:xfrm>
            <a:off x="3421117" y="2967335"/>
            <a:ext cx="523415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E4FA2D-BCD7-25E9-1E43-DC0CE3C50B1C}"/>
              </a:ext>
            </a:extLst>
          </p:cNvPr>
          <p:cNvSpPr txBox="1"/>
          <p:nvPr/>
        </p:nvSpPr>
        <p:spPr>
          <a:xfrm>
            <a:off x="7126014" y="4682359"/>
            <a:ext cx="39098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Name:</a:t>
            </a:r>
            <a:r>
              <a:rPr lang="en-IN" sz="2000" dirty="0"/>
              <a:t> G. Akshitha</a:t>
            </a:r>
          </a:p>
          <a:p>
            <a:r>
              <a:rPr lang="en-IN" sz="2000" b="1" dirty="0"/>
              <a:t>Email:</a:t>
            </a:r>
            <a:r>
              <a:rPr lang="en-IN" sz="2000" dirty="0"/>
              <a:t> g.akshitha5123@gmail.com</a:t>
            </a:r>
          </a:p>
          <a:p>
            <a:r>
              <a:rPr lang="en-IN" sz="2000" b="1" dirty="0"/>
              <a:t>GitHub:</a:t>
            </a:r>
            <a:r>
              <a:rPr lang="en-IN" sz="2000" dirty="0"/>
              <a:t> Akshitha0312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8568841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{76D51876-22F7-4AC7-973C-97CF0DE7CF32}TFfb9a325e-b4a8-473d-b025-df086f5ae4937a5f077a-90802770140c</Template>
  <TotalTime>31</TotalTime>
  <Words>360</Words>
  <Application>Microsoft Office PowerPoint</Application>
  <PresentationFormat>Widescreen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 Display</vt:lpstr>
      <vt:lpstr>Arial</vt:lpstr>
      <vt:lpstr>Gill Sans MT</vt:lpstr>
      <vt:lpstr>Times New Roman</vt:lpstr>
      <vt:lpstr>Parcel</vt:lpstr>
      <vt:lpstr>Data Analytics Internship Portfolio</vt:lpstr>
      <vt:lpstr>Internship Overview</vt:lpstr>
      <vt:lpstr>Task 1 — Data Immersion &amp; Wrangling</vt:lpstr>
      <vt:lpstr>Task 2: Exploratory Data Analysis &amp; Business Intelligence</vt:lpstr>
      <vt:lpstr>Task 3: Deep-Dive Analysis &amp; Interactive Dashboarding</vt:lpstr>
      <vt:lpstr>Task 4 — Data Storytelling &amp; Statistical Validation</vt:lpstr>
      <vt:lpstr>Technical Skills Acquired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GUTHA PRASHANTH</dc:creator>
  <cp:lastModifiedBy>GUTHA PRASHANTH</cp:lastModifiedBy>
  <cp:revision>1</cp:revision>
  <dcterms:created xsi:type="dcterms:W3CDTF">2026-07-19T09:26:55Z</dcterms:created>
  <dcterms:modified xsi:type="dcterms:W3CDTF">2026-07-19T09:58:44Z</dcterms:modified>
</cp:coreProperties>
</file>