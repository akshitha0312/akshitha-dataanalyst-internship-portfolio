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7" r:id="rId4"/>
    <p:sldId id="261" r:id="rId5"/>
    <p:sldId id="263" r:id="rId6"/>
    <p:sldId id="264" r:id="rId7"/>
    <p:sldId id="257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D3DDD-9715-46A0-A847-C375728C584B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D4C11-B6E8-490E-B306-A31E9390C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831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D4C11-B6E8-490E-B306-A31E9390C9E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53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4D56-38D1-38E8-8E46-BC16E2F99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31B185-EA77-F410-BCF6-7E112E3F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6BA45-E2F6-49E3-031A-77B89F94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9180C-9948-C7F5-A2A6-33729532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CC44-2DE5-7908-C1F7-4DE681DF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1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57BD-53E6-AB40-B96D-425CA5DE4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AFA7-F042-67BE-4275-BBFE3F7FE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D60A8-FCD4-17A6-4C8F-D6DCD63E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ECB67-6351-38AB-5B84-8C908CB83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19804-9576-2EEF-7FB5-D29F07F4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43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82F8-1BBC-90FD-5F62-40367BFC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26BBD-AB64-C87A-C142-39E466C64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D9E34-95F5-4DE7-D014-DD036A611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15C51-927F-F5E8-F3A1-0552A3095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F42F0-2CE6-3FCF-5698-1DE3C682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63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7CC2-50E0-ED23-DE56-E7228E571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DFD7A-1A4F-B764-4B0A-75CC966EE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96423-6386-D698-B3F2-3E47F5DDD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CB41A-9F06-9548-E2DD-B80B2734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DC9B4-A54F-F9CE-8A62-1D198FAC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FB7A0-5703-F316-1061-6B74321F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47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9E7D-A70D-DDEE-AFF5-F60D4B66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6601B-F99E-1E08-0C70-0AFA47B36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1CDCF-9C6B-E545-7E9E-7993949B0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AE185-5F54-7303-F5A0-B08F61EFB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84EDA7-2D58-FD50-B721-2489B8069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21CF93-DCDF-F193-330C-89833B264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D7A58B-46F7-F487-F1EA-59B83120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95427A-0FFF-55E6-ACD3-604D6BCE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95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E462-4A89-6E5F-5B54-2AE2ACB1F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47FAA-C9B0-5785-48D4-D6FCEE33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38E21-CFF5-2B54-34FE-090CECD3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D6C15-47C9-7B0B-A363-9041AD43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72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4BC34-D6FC-ACD7-89F4-D2879EAB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6F0B6-4A13-C5EC-6F63-573352F3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CD20D-AE0C-3D7F-1CB8-1929F220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85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87BA-B0E2-9267-B134-3608F6871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1862-6255-FB59-9384-5FBABF856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E377D-EBA3-43B8-3715-34C5510BD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780FC-AA14-714E-3040-068C1C5F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C5C09-DD62-98AA-42C7-E8BC0533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F8CD2-5509-8858-E705-675E05693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4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0C11-D17F-4FD8-BBAB-6875909B3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285329-535A-222B-C736-3750E049E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D4711-13BF-1AAB-82D9-8DBF58E60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E17DD-5FCF-9A9C-5B7D-5F0059F5F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66C32-13B9-64D2-23B4-DE0C61437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6CF4F-0795-F22C-A8E7-B110366E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80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B1AA-BC7A-273D-6475-FE55847C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9872A-5835-32A1-6263-EB1F0C0A9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46BFA-C12F-36E9-7C40-A281CAA33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4F28B-98FD-C648-5990-AA5E31E7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1F2EA-626E-0679-D295-55AAB282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45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AB264-6A0B-3090-223A-C94561530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CDD19-33C8-801B-EA8F-48D84D6D6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70E75-2CA7-479D-DBBA-8162F1366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74670-B0FC-5975-28AC-9468284B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7BD5-AB2D-888D-56F3-DCD93A24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18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E0F6F-CF8F-9C3A-64F2-416C64104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8712C-4C2F-3D20-8398-2187DD521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4CB7A-5855-8D7E-D096-8F14957FD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5D50F-FD4E-4978-A958-9A5618D85266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B26F8-3374-E625-8957-977C2822D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B8F8-0B98-E925-4F6A-418E274FD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44B9C-58CD-4600-9257-60F49B4EF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09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ED2B-E9C7-4536-3EF4-DE18C7381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5006" y="837227"/>
            <a:ext cx="9144000" cy="2387600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Data Storytelling &amp; Statistical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86506-48DC-8F37-9F59-AE1D4F21F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49601"/>
          </a:xfrm>
        </p:spPr>
        <p:txBody>
          <a:bodyPr/>
          <a:lstStyle/>
          <a:p>
            <a:r>
              <a:rPr lang="en-IN" i="1" dirty="0"/>
              <a:t>ApexPlanet Data Analytics Internship – Task 4</a:t>
            </a:r>
          </a:p>
          <a:p>
            <a:endParaRPr lang="en-IN" i="1" dirty="0"/>
          </a:p>
          <a:p>
            <a:r>
              <a:rPr lang="en-IN" b="1" dirty="0"/>
              <a:t>Objective:</a:t>
            </a:r>
            <a:r>
              <a:rPr lang="en-IN" dirty="0"/>
              <a:t> </a:t>
            </a:r>
            <a:r>
              <a:rPr lang="en-IN" sz="2000" i="1" dirty="0"/>
              <a:t>To transform analytical findings into meaningful business insights and validate them using statistical methods</a:t>
            </a:r>
            <a:r>
              <a:rPr lang="en-IN" sz="2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A91E4-C34F-CC9A-82FD-AFDEC3ED9FEC}"/>
              </a:ext>
            </a:extLst>
          </p:cNvPr>
          <p:cNvSpPr txBox="1"/>
          <p:nvPr/>
        </p:nvSpPr>
        <p:spPr>
          <a:xfrm>
            <a:off x="8829368" y="5633884"/>
            <a:ext cx="418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</a:t>
            </a:r>
            <a:r>
              <a:rPr lang="en-IN" dirty="0"/>
              <a:t> G Akshitha</a:t>
            </a:r>
          </a:p>
        </p:txBody>
      </p:sp>
    </p:spTree>
    <p:extLst>
      <p:ext uri="{BB962C8B-B14F-4D97-AF65-F5344CB8AC3E}">
        <p14:creationId xmlns:p14="http://schemas.microsoft.com/office/powerpoint/2010/main" val="19950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4ACD-4A91-B4CA-DF2A-87774E345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57A27-87BB-EF92-688D-E0D38C06A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analyse the sales dataset and identify meaningful business insights. The analysis focuses on understanding sales performance, customer behaviour, product performance, and city-wise revenue to support better business decisions.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overall sales performance.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highest-selling product category.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top-performing cities.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purchasing patterns.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findings using statistical testing.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D936-3713-51C3-3877-CE1F5A2B3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854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CAE7C-5C07-2BCE-F51E-7EB8FB5AE1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Apex Planet Software Pvt. Ltd.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992 Sales Transactions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Electronics, Fashion, Grocery, Education &amp; Furniture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Attributes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Details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Category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&amp; Total Sales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 (Age, Gender)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20D99-6D43-AF01-027F-98D76FB0BC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and duplicates removed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format standardized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prepared for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770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4332-31C9-AB25-9C4F-3E373E51B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010406" cy="811161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Dashboard Summary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C04D670-2986-57E5-8BDF-A1A484B5CC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55" r="18355"/>
          <a:stretch>
            <a:fillRect/>
          </a:stretch>
        </p:blipFill>
        <p:spPr>
          <a:xfrm>
            <a:off x="5161935" y="1813949"/>
            <a:ext cx="6852931" cy="48736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81AC7-48FA-A9C2-ADBF-4FB633609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5762" y="1691148"/>
            <a:ext cx="3932237" cy="4423647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₹139,399,439.65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992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₹139,399.44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Category: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City: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Patna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132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A63E-060B-109B-EFB8-97E31747D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32579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274B-82AC-79A9-0CCE-83A191E9D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05" y="3519947"/>
            <a:ext cx="11412795" cy="31266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generated the highest revenue among all categories.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Patna recorded the highest sales revenue.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contributed the lowest revenue.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concentrated among a few high-performing products.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varies across different cities.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285B06-AD04-CA06-AB11-3ED9027D4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167" y="1580137"/>
            <a:ext cx="3540544" cy="2116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E6F92F-72D9-EAA4-B4B0-A38B87D92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352" y="1553497"/>
            <a:ext cx="3610010" cy="20343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104184-F0C6-9146-C831-AC498D1DB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92" y="1602659"/>
            <a:ext cx="3371690" cy="19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16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8530-0270-6907-28C8-645A6FA6C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06032" cy="102122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Customer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C6239-F3F1-1A47-FB81-A957C969E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6" y="3716594"/>
            <a:ext cx="11461953" cy="282185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distributed across both male and female customers.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age shows only a weak relationship with sales.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sold and Total Sales have a positive correlation.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purchasing behaviour is influenced by product demand rather than customer age. </a:t>
            </a:r>
          </a:p>
          <a:p>
            <a:pPr marL="0" indent="0"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ACFA3-684A-8582-8EE9-F3A6CF1E9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54" b="6805"/>
          <a:stretch>
            <a:fillRect/>
          </a:stretch>
        </p:blipFill>
        <p:spPr>
          <a:xfrm>
            <a:off x="757084" y="1484671"/>
            <a:ext cx="3116825" cy="2536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4B1B48-D35F-592C-2968-280862771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832" y="1435510"/>
            <a:ext cx="3082636" cy="2723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AB31A9-6FC2-15C9-3EC9-B2F1187CB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46"/>
          <a:stretch>
            <a:fillRect/>
          </a:stretch>
        </p:blipFill>
        <p:spPr>
          <a:xfrm>
            <a:off x="8280069" y="1435510"/>
            <a:ext cx="3350100" cy="260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4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33AB-3FFF-99FC-88FD-C0599D3D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7552D-7A0F-E3A0-9FCF-8B2B3451B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665"/>
            <a:ext cx="10515600" cy="4633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There is no significant difference in average sales across product categories.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There is a significant difference in average sales across product categories.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Used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One-Way ANOVA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Statistic: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0.7171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Value: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0.5803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81CBC-0FBB-FFEC-EA0A-66504D179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636" y="3566306"/>
            <a:ext cx="7331075" cy="250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9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E0335-30F0-DACC-C842-C57492688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Conclusion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30007-B392-4539-D3C5-F4AB4DF08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analysed the sales dataset using Python, SQL, and Power BI.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performance indicators (KPIs) and business trends.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emerged as the highest-performing product category.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Patna generated the highest revenue among all cities.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testing confirmed that category-wise sales differences are not statistically significant. 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obtained from this analysis can help businesses improve inventory planning, sales strategies, and decision-making through data-driven approaches.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416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417</Words>
  <Application>Microsoft Office PowerPoint</Application>
  <PresentationFormat>Widescreen</PresentationFormat>
  <Paragraphs>68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Berlin Sans FB Demi</vt:lpstr>
      <vt:lpstr>Calibri</vt:lpstr>
      <vt:lpstr>Calibri Light</vt:lpstr>
      <vt:lpstr>Times New Roman</vt:lpstr>
      <vt:lpstr>Office Theme</vt:lpstr>
      <vt:lpstr>Data Storytelling &amp; Statistical Validation</vt:lpstr>
      <vt:lpstr>Business Objective</vt:lpstr>
      <vt:lpstr>Dataset Overview</vt:lpstr>
      <vt:lpstr>Dashboard Summary</vt:lpstr>
      <vt:lpstr>Key Business Insights</vt:lpstr>
      <vt:lpstr>Customer Analysis</vt:lpstr>
      <vt:lpstr>Hypothesis Testing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GUTHA PRASHANTH</dc:creator>
  <cp:lastModifiedBy>GUTHA PRASHANTH</cp:lastModifiedBy>
  <cp:revision>1</cp:revision>
  <dcterms:created xsi:type="dcterms:W3CDTF">2026-07-03T16:20:43Z</dcterms:created>
  <dcterms:modified xsi:type="dcterms:W3CDTF">2026-07-03T17:03:35Z</dcterms:modified>
</cp:coreProperties>
</file>